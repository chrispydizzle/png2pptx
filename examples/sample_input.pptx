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783771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1t24a1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83771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149531"/>
            <a:ext cx="6565391" cy="409302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771">
                <a:solidFill>
                  <a:srgbClr val="FFFFFF"/>
                </a:solidFill>
                <a:latin typeface="Calibri"/>
              </a:rPr>
              <a:t>PNG infographic editable PPTX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6617" y="1672045"/>
            <a:ext cx="6922007" cy="217714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88">
                <a:solidFill>
                  <a:srgbClr val="CBD5E1"/>
                </a:solidFill>
                <a:latin typeface="Calibri"/>
              </a:rPr>
              <a:t>positioning, color sampling, and optional background text removal.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2148" y="2246811"/>
            <a:ext cx="1764791" cy="261257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5">
                <a:solidFill>
                  <a:srgbClr val="FFFFFF"/>
                </a:solidFill>
                <a:latin typeface="Calibri"/>
              </a:rPr>
              <a:t>OCR Layout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92685" y="2229394"/>
            <a:ext cx="2724911" cy="278674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37">
                <a:solidFill>
                  <a:srgbClr val="FFFFFF"/>
                </a:solidFill>
                <a:latin typeface="Calibri"/>
              </a:rPr>
              <a:t>Background Cleanup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0857" y="2751908"/>
            <a:ext cx="5916167" cy="209005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14">
                <a:solidFill>
                  <a:srgbClr val="E4E6EA"/>
                </a:solidFill>
                <a:latin typeface="Calibri"/>
              </a:rPr>
              <a:t>Recover text blocks and preserve their positions for editable slides.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23314" y="2804159"/>
            <a:ext cx="2633471" cy="104502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1">
                <a:solidFill>
                  <a:srgbClr val="E5E7EB"/>
                </a:solidFill>
                <a:latin typeface="Calibri"/>
              </a:rPr>
              <a:t>Remove baked-in text so overlays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21737" y="2769325"/>
            <a:ext cx="457199" cy="148045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45">
                <a:solidFill>
                  <a:srgbClr val="E5E7EB"/>
                </a:solidFill>
                <a:latin typeface="Calibri"/>
              </a:rPr>
              <a:t>doub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9565" y="5111931"/>
            <a:ext cx="2267711" cy="209005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68">
                <a:solidFill>
                  <a:srgbClr val="FFFFFF"/>
                </a:solidFill>
                <a:latin typeface="Calibri"/>
              </a:rPr>
              <a:t>Batch Conversion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3440" y="5643154"/>
            <a:ext cx="11731751" cy="182879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14">
                <a:solidFill>
                  <a:srgbClr val="E5E7EB"/>
                </a:solidFill>
                <a:latin typeface="Calibri"/>
              </a:rPr>
              <a:t>Turn multiple PNGs into one deck with one slide per source image. Best on infographic-style art. Decorative layouts may still need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